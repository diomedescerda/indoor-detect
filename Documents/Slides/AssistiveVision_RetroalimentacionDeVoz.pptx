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DIOMEDES CERDA · UNIVERSIDAD DEL MAGDALENA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8229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0F7FF"/>
                </a:solidFill>
                <a:latin typeface="Aptos Display"/>
              </a:rPr>
              <a:t>AssistiveVision
Retroalimentacion de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7863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DB1C9"/>
                </a:solidFill>
                <a:latin typeface="Aptos"/>
              </a:rPr>
              <a:t>Como la deteccion de objetos se convierte en patrones auditivos accionables
para un usuario con discapacidad visual.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2011680" cy="45720"/>
          </a:xfrm>
          <a:prstGeom prst="rect">
            <a:avLst/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9204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MODULOS NUEVOS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AudioModule · PriorityFilterModule · SpeechFormatter
Android TTS · Kotlin · MVVM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17220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7DDEB"/>
                </a:solidFill>
                <a:latin typeface="Courier New"/>
              </a:rPr>
              <a:t>AssistiveVision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ASSISTIVEVISION / AUDIO ASISTIVO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El usuario no depende de la vista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7FF"/>
                </a:solidFill>
                <a:latin typeface="Aptos"/>
              </a:rPr>
              <a:t>La vista es la via natural para confirmar detecciones, pero el usuario con discapacidad
visual no puede usar esa via para los resultados de la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7744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RESTRICCIONES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729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063240"/>
            <a:ext cx="44622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Feedback principalmente auditivo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2160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611880"/>
            <a:ext cx="44622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Interfaz visual secundaria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702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16052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Deteccion en tiempo real: muchas lecturas por segundo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18888"/>
            <a:ext cx="73152" cy="73152"/>
          </a:xfrm>
          <a:prstGeom prst="roundRect">
            <a:avLst>
              <a:gd name="adj" fmla="val 8000"/>
            </a:avLst>
          </a:prstGeom>
          <a:solidFill>
            <a:srgbClr val="FF6877"/>
          </a:solidFill>
          <a:ln>
            <a:solidFill>
              <a:srgbClr val="FF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709160"/>
            <a:ext cx="44622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Evitar repetir el mismo anuncio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77440"/>
            <a:ext cx="5257800" cy="30175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SOLUCION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1729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063240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FEBA4"/>
                </a:solidFill>
                <a:latin typeface="Aptos"/>
              </a:rPr>
              <a:t>Modo AUTOMATICO: anuncia el objeto destacado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72160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3611880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FEBA4"/>
                </a:solidFill>
                <a:latin typeface="Aptos"/>
              </a:rPr>
              <a:t>Modo MANUAL: al tocar 'Hablar' anuncia lo visto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2702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4160520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FEBA4"/>
                </a:solidFill>
                <a:latin typeface="Aptos"/>
              </a:rPr>
              <a:t>Filtro de prioridad limita la repeticion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48188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4709160"/>
            <a:ext cx="44165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FEBA4"/>
                </a:solidFill>
                <a:latin typeface="Aptos"/>
              </a:rPr>
              <a:t>Voz, idioma y velocidad configurables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03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Del frame a la palabra hablada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7FF"/>
                </a:solidFill>
                <a:latin typeface="Aptos"/>
              </a:rPr>
              <a:t>Cada frame atraviesa el mismo circuito; solo las ultimas etapas son nuevas.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425E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Frame RGB · CameraX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2743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425E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preprocesar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letterbox 448×448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2743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4256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425E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inferir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EfficientDet-Lite2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743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425E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localizar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zonas · 6 regiones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743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74152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filtrar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cooldown · top-1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274320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2148840"/>
            <a:ext cx="1664208" cy="15544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2860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7432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 Display"/>
              </a:rPr>
              <a:t>hablar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24612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TTS es/en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977639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NUEVO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79392"/>
            <a:ext cx="11155680" cy="82296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663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9"/>
                </a:solidFill>
                <a:latin typeface="Aptos"/>
              </a:rPr>
              <a:t>AudioModule y PriorityFilterModule ahora viven en el flujo: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23036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5120640"/>
            <a:ext cx="84856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Se decide si hablar (cooldown) y que decir (frase localizada)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04 / MODULO DE AUDIO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AudioModule: wrapper de TextToSpeech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RESPONSABILIDAD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671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5740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Inicializacion asincrona con gate 'ready'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157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06040"/>
            <a:ext cx="45994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Aplica idioma (es/en) y velocidad de voz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6440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154680"/>
            <a:ext cx="4645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speak con QUEUE_FLUSH: interrumpe la voz obsoleta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130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70332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stop() y shutdown() liberan el motor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251960"/>
            <a:ext cx="45994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Listener de progreso: onDone / onError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7160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27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DISEÑO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1671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057400"/>
            <a:ext cx="45079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Interfaz mínima: setLanguage · setSpeechRate · speak · stop · shutdown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8986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278892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Guarda configuracion aun sin estar listo el motor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6301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52044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La vista / ViewModel no toca el motor directamente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25196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FEBA4"/>
                </a:solidFill>
                <a:latin typeface="Aptos"/>
              </a:rPr>
              <a:t>Lista para intercambiar por Piper (offline) sin tocar llamadores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8064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9"/>
                </a:solidFill>
                <a:latin typeface="Courier New"/>
              </a:rPr>
              <a:t>Piper · sherpa-onnx  →  mismo `speak()`, motor distinto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05 / CONTROL DE REPETICION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Evita anunciar lo mismo repetidas veces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88720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7FF"/>
                </a:solidFill>
                <a:latin typeface="Aptos"/>
              </a:rPr>
              <a:t>En modo automatico llegan varios frames por segundo. Sin filtro, la misma silla
se anunciaria sin parar.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532120" cy="26517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REGLA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81528"/>
            <a:ext cx="73152" cy="73152"/>
          </a:xfrm>
          <a:prstGeom prst="roundRect">
            <a:avLst>
              <a:gd name="adj" fmla="val 8000"/>
            </a:avLst>
          </a:prstGeom>
          <a:solidFill>
            <a:srgbClr val="FF6877"/>
          </a:solidFill>
          <a:ln>
            <a:solidFill>
              <a:srgbClr val="FF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971800"/>
            <a:ext cx="47365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Mismo objeto destacado + dentro del cooldown  → NO habla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2160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611880"/>
            <a:ext cx="47365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Cambia la clase o la zona  → habla de inmediato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251960"/>
            <a:ext cx="47365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Cooldown configurable: 0.5 s a 5.0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257800" cy="26517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542032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IMPLEMENTACION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0815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971800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Kotlin puro, sin dependencias de Android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72160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611880"/>
            <a:ext cx="44622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reset() al cambiar de modo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4251960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FEBA4"/>
                </a:solidFill>
                <a:latin typeface="Aptos"/>
              </a:rPr>
              <a:t>7 pruebas unitarias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DDEB"/>
                </a:solidFill>
                <a:latin typeface="Courier New"/>
              </a:rPr>
              <a:t>shouldAnnounce(detections, cooldownMs, now) → Boolean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06 / SPEECHFORMATTER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Cada objeto se dice en tu idioma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88720"/>
            <a:ext cx="8595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F7FF"/>
                </a:solidFill>
                <a:latin typeface="Aptos"/>
              </a:rPr>
              <a:t>SpeechFormatter (puro, sin Android) arma la frase; LocalizedLabels resuelve
los nombres de clase y de zona por idioma.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68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DEB"/>
                </a:solidFill>
                <a:latin typeface="Courier New"/>
              </a:rPr>
              <a:t>ESP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260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"/>
              </a:rPr>
              <a:t>silla, frente a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3832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9"/>
                </a:solidFill>
                <a:latin typeface="Aptos"/>
              </a:rPr>
              <a:t>persona, a la derecha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40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9"/>
                </a:solidFill>
                <a:latin typeface="Aptos"/>
              </a:rPr>
              <a:t>cama, abajo a la izquierda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402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468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DEB"/>
                </a:solidFill>
                <a:latin typeface="Courier New"/>
              </a:rPr>
              <a:t>ENG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9260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"/>
              </a:rPr>
              <a:t>chair, in front of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832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9"/>
                </a:solidFill>
                <a:latin typeface="Aptos"/>
              </a:rPr>
              <a:t>person, to the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8404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B1C9"/>
                </a:solidFill>
                <a:latin typeface="Aptos"/>
              </a:rPr>
              <a:t>bed, lower left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10927080" cy="10515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10 CLASES LOCALIZADAS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846320"/>
            <a:ext cx="7589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persona · silla · sofa · cama · mesa · inodoro · television · computadora · lavabo · refrigerador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FEBA4"/>
                </a:solidFill>
                <a:latin typeface="Aptos"/>
              </a:rPr>
              <a:t>4 pruebas unitarias sobre el armado de frases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07 / CONFIGURACION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Las preferencias llegan al audio al instante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212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IDIOMA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606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7FF"/>
                </a:solidFill>
                <a:latin typeface="Aptos"/>
              </a:rPr>
              <a:t>es /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154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motor TTS y strings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2212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VELOCIDAD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606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7FF"/>
                </a:solidFill>
                <a:latin typeface="Aptos"/>
              </a:rPr>
              <a:t>0.5x – 2.5x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3154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applySpeechRate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212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COOLDOWN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606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7FF"/>
                </a:solidFill>
                <a:latin typeface="Aptos"/>
              </a:rPr>
              <a:t>0.5 s – 5.0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3154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PriorityFilter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2212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CONFIANZA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606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7FF"/>
                </a:solidFill>
                <a:latin typeface="Aptos"/>
              </a:rPr>
              <a:t>0.10 – 0.90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154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DetectionModule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01168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2128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MAX. OBJETOS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38944" y="2606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0F7FF"/>
                </a:solidFill>
                <a:latin typeface="Aptos"/>
              </a:rPr>
              <a:t>1 –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8944" y="3154680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top-N anunciados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6052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43484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FLUJO DE PREFERENCIAS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407408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0F7FF"/>
                </a:solidFill>
                <a:latin typeface="Courier New"/>
              </a:rPr>
              <a:t>DataStore (persistente)  →  SettingsManager  →  MainViewModel (collect)  →  AudioModule / PriorityFilter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23036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5120640"/>
            <a:ext cx="802843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Los cambios se reflejan sin reiniciar la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08 /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Como probarlo en tu dispositivo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7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DDEB"/>
                </a:solidFill>
                <a:latin typeface="Courier New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5506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7FF"/>
                </a:solidFill>
                <a:latin typeface="Courier New"/>
              </a:rPr>
              <a:t>Android 8.0+ (API 26) con camara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DDEB"/>
                </a:solidFill>
                <a:latin typeface="Courier Ne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13432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7FF"/>
                </a:solidFill>
                <a:latin typeface="Courier New"/>
              </a:rPr>
              <a:t>Voz es/en instalada: Configuracion &gt; Accesibilidad &gt; Salida de texto a voz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1215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DDEB"/>
                </a:solidFill>
                <a:latin typeface="Courier New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7179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7FF"/>
                </a:solidFill>
                <a:latin typeface="Courier New"/>
              </a:rPr>
              <a:t>Compilar:  ./gradlew assembleDebug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958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DDEB"/>
                </a:solidFill>
                <a:latin typeface="Courier New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30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F7FF"/>
                </a:solidFill>
                <a:latin typeface="Courier New"/>
              </a:rPr>
              <a:t>Instalar:  adb install app/build/outputs/apk/debug/app-debug.apk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63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DB1C9"/>
                </a:solidFill>
                <a:latin typeface="Aptos"/>
              </a:rPr>
              <a:t>En la app: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3036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120640"/>
            <a:ext cx="98572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AUTO: apunta la camara a objetos — escucharas 'silla, frente a ti'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77900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669280"/>
            <a:ext cx="98572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MANUAL: pulsa 'Hablar' y repite el anuncio al instante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6327648"/>
            <a:ext cx="73152" cy="73152"/>
          </a:xfrm>
          <a:prstGeom prst="roundRect">
            <a:avLst>
              <a:gd name="adj" fmla="val 8000"/>
            </a:avLst>
          </a:prstGeom>
          <a:solidFill>
            <a:srgbClr val="FFAF56"/>
          </a:solidFill>
          <a:ln>
            <a:solidFill>
              <a:srgbClr val="FFA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6217920"/>
            <a:ext cx="98572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Configuracion: cambia idioma, velocidad, cooldown y confianza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09 /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Estado actual y siguientes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IMPLEMENTADO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671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05740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AudioModule (TTS de plataforma) — listo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0720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9748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PriorityFilterModule y 7 tests — listo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472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37560"/>
            <a:ext cx="4645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SpeechFormatter + LocalizedLabels — listo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873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977639"/>
            <a:ext cx="4645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Preferencias conectadas al audio — listo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2744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617720"/>
            <a:ext cx="46451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FEBA4"/>
                </a:solidFill>
                <a:latin typeface="Aptos"/>
              </a:rPr>
              <a:t>12 pruebas unitarias · lint limpio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371600"/>
            <a:ext cx="5257800" cy="40233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27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PROXIMO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1671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057400"/>
            <a:ext cx="45079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Piper / sherpa-onnx: TTS offline con la misma interfaz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8986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278892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Modo escaneo de habitacion guiado por voz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363016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52044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Varias fotos con gorilla pod + IMU y mapeo de distancias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4251960"/>
            <a:ext cx="45537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FEBA4"/>
                </a:solidFill>
                <a:latin typeface="Aptos"/>
              </a:rPr>
              <a:t>Haptic + audio espacial como segunda via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9DB1C9"/>
                </a:solidFill>
                <a:latin typeface="Aptos Display"/>
              </a:rPr>
              <a:t>La vision del producto: un sistema que 'lee' la habitacion y la describe con voz.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